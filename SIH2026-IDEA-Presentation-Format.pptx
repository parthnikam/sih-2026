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453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000" b="1" dirty="0"/>
              <a:t>SIH26097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1400" dirty="0"/>
              <a:t>AI-Driven voice Assistant for livelihood Mapping and NSQF-Aligned Skilling Recommendations for SC Communities under GIA component of PM-AJAY</a:t>
            </a:r>
            <a:br>
              <a:rPr lang="en-IN" sz="1400" dirty="0"/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dirty="0"/>
              <a:t>Agriculture, </a:t>
            </a:r>
            <a:r>
              <a:rPr lang="en-IN" dirty="0" err="1"/>
              <a:t>FoodTech</a:t>
            </a:r>
            <a:r>
              <a:rPr lang="en-IN" dirty="0"/>
              <a:t> &amp; Rural Development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Name- Silicon Alley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BDF801-C074-FF67-AAB4-BDD76493E33E}"/>
              </a:ext>
            </a:extLst>
          </p:cNvPr>
          <p:cNvSpPr txBox="1"/>
          <p:nvPr/>
        </p:nvSpPr>
        <p:spPr>
          <a:xfrm>
            <a:off x="8954219" y="55467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7506</TotalTime>
  <Words>359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Parth Nikam</cp:lastModifiedBy>
  <cp:revision>149</cp:revision>
  <dcterms:created xsi:type="dcterms:W3CDTF">2013-12-12T18:46:50Z</dcterms:created>
  <dcterms:modified xsi:type="dcterms:W3CDTF">2026-09-04T05:08:51Z</dcterms:modified>
  <cp:category/>
</cp:coreProperties>
</file>