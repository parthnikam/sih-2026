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49"/>
            <a:ext cx="5924550" cy="4456795"/>
          </a:xfrm>
          <a:prstGeom prst="rect">
            <a:avLst/>
          </a:prstGeom>
          <a:noFill/>
        </p:spPr>
        <p:txBody>
          <a:bodyPr wrap="square" rtlCol="0"/>
          <a:lstStyle/>
          <a:p>
            <a:endParaRPr lang="en-US" sz="1400" dirty="0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000" b="1" dirty="0"/>
              <a:t>SIH26097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b="1" dirty="0"/>
              <a:t>AI-Driven voice Assistant for livelihood Mapping and NSQF-Aligned Skilling Recommendations for SC Communities under GIA component of PM-AJAY</a:t>
            </a:r>
            <a:br>
              <a:rPr lang="en-IN" sz="1400" dirty="0"/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b="1" dirty="0"/>
              <a:t>Agriculture, Food Tech &amp; Rural Development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 - Silicon Alley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BDF801-C074-FF67-AAB4-BDD76493E33E}"/>
              </a:ext>
            </a:extLst>
          </p:cNvPr>
          <p:cNvSpPr txBox="1"/>
          <p:nvPr/>
        </p:nvSpPr>
        <p:spPr>
          <a:xfrm>
            <a:off x="8954219" y="55467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PM-AJAY Voice Livelihood Helpline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95224" y="1311826"/>
            <a:ext cx="11059064" cy="5040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Proposed Solution: </a:t>
            </a: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Working phone-call prototype for PM-AJAY GIA counselling.</a:t>
            </a:r>
            <a:b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Detailed explanation of the proposed solution</a:t>
            </a:r>
            <a:endParaRPr lang="en-US" sz="1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Beneficiary taps Call and speaks.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Gemini Live interviews in their language/dialect.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Collects education, family occupation, current work, skills, constraints, wage vs self-employment, district etc.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Recommends 2-3 nearby NSQF courses, jobs, or GIA/NSFDC pathways and saves a counselling record.</a:t>
            </a:r>
            <a:br>
              <a:rPr lang="en-US" sz="16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en-US" sz="1600" b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How it addresses the problem</a:t>
            </a:r>
            <a:br>
              <a:rPr lang="en-US" sz="1600" dirty="0"/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Form-based GIA intake fails low-literacy SC users; mismatched trades, dropouts, poor placement.</a:t>
            </a:r>
            <a:b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Voice interview + district catalog matches aspirations to local NSQF training and livelihood demand</a:t>
            </a:r>
            <a:r>
              <a:rPr lang="en-US" sz="16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  <a:br>
              <a:rPr lang="en-US" sz="1600" b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en-US" sz="1600" b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Innovation and uniqueness of the solution</a:t>
            </a:r>
            <a:endParaRPr lang="en-US" sz="1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AutoNum type="arabicPeriod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Native voice-to-voice; </a:t>
            </a:r>
          </a:p>
          <a:p>
            <a:pPr marL="800100" lvl="1" indent="-342900">
              <a:buAutoNum type="arabicPeriod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no language picker; </a:t>
            </a:r>
          </a:p>
          <a:p>
            <a:pPr marL="800100" lvl="1" indent="-342900">
              <a:buAutoNum type="arabicPeriod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replies in the same dialect, respectfully.</a:t>
            </a:r>
          </a:p>
          <a:p>
            <a:pPr marL="800100" lvl="1" indent="-342900">
              <a:buAutoNum type="arabicPeriod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Agent tools search NQR, NCS, NSFDC, SIDH, PM-AJAY catalogs during the call.</a:t>
            </a:r>
          </a:p>
          <a:p>
            <a:pPr marL="800100" lvl="1" indent="-342900">
              <a:buAutoNum type="arabicPeriod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Officer desk turns each call into a structured GIA counselling file.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Silicon Alley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Silicon Alley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8">
            <a:extLst>
              <a:ext uri="{FF2B5EF4-FFF2-40B4-BE49-F238E27FC236}">
                <a16:creationId xmlns:a16="http://schemas.microsoft.com/office/drawing/2014/main" id="{9D035DE4-430A-89B4-C77C-F4B665DCE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773" y="1301705"/>
            <a:ext cx="3609975" cy="4848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algn="l"/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Technologies used</a:t>
            </a:r>
            <a:endParaRPr lang="en-US" sz="1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Next.js 16, React 19, TypeScript, Tailwind 4, bun.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Google Gemini Live (gemini-3.1-flash-live-preview) via @google/genai.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Browser mic 16 kHz PCM; speaker 24 kHz.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API key stays on server (ephemeral token).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Hardware now: smartphone / kiosk browser.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600" b="1" dirty="0"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Future: IVR feature phone, WhatsApp voice notes.</a:t>
            </a:r>
          </a:p>
          <a:p>
            <a:pPr algn="l"/>
            <a:endParaRPr lang="en-US" sz="1600" b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EA1698E-9925-BB4F-A01A-79FCFC219F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512"/>
          <a:stretch>
            <a:fillRect/>
          </a:stretch>
        </p:blipFill>
        <p:spPr>
          <a:xfrm>
            <a:off x="3644700" y="1337500"/>
            <a:ext cx="8547300" cy="48125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16325"/>
            <a:ext cx="10820400" cy="491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lang="en-US" sz="1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Multilingual live voice is Gemini; we did not train a model.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Catalog is official public lists (NQR/NCS/NSFDC/PM-AJAY).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Working prototype with 90% of required functionality.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Fits hackathon resources: one web app, one API key, no new hardware.</a:t>
            </a:r>
            <a:b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  <a:endParaRPr lang="en-US" sz="1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NCS, SIDH, PM-AJAY have no public developer APIs.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Live call needs connectivity and a Gemini key.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Catalog must stay current; must not collect Aadhaar / caste-cert / bank data.</a:t>
            </a:r>
            <a:b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  <a:endParaRPr lang="en-US" sz="1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Seeded cited catalog now; MoSJE/SIDH DPI APIs when available.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Browser/kiosk for SIH; same script on IVR with a telecom partner.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Privacy rules in the system prompt.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Warn PM-DAKSH vs PM-AJAY double enrolment.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Silicon Alley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144500"/>
            <a:ext cx="9385300" cy="4989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impact on the target audience</a:t>
            </a:r>
            <a:endParaRPr lang="en-US" sz="1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SC beneficiaries under PM-AJAY GIA with low literacy or dialect speech.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District GIA / SC corporation staff who lack ground counselling capacity.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Better matching is the missing step behind GIA's ~70% post-training placement rule.</a:t>
            </a:r>
            <a:b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endParaRPr 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  <a:endParaRPr lang="en-US" sz="16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Social: counselling in their language; traditional trades treated as real skills.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Economic: fewer wasted training seats; local wage jobs; NSFDC credit for self-employment.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System: each call becomes structured data for GIA perspective plans.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Silicon Alley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73525"/>
            <a:ext cx="9385300" cy="442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br>
              <a:rPr lang="en-US" sz="1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br>
              <a:rPr lang="en-US" sz="1600" dirty="0"/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PM-AJAY GIA domains: 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pmajay.dosje.gov.in/illustrative-list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PM-AJAY portal: 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pmajay.dosje.gov.in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NSQF / NQR: 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nqr.gov.in </a:t>
            </a:r>
            <a:b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Kaushalverse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: kaushalverse.ncvet.gov.in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SIDH: 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skillindiadigital.gov.in</a:t>
            </a:r>
            <a:b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PM-DAKSH: 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pmdaksh.dosje.gov.in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NCS jobs: 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ncs.gov.in  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NSFDC: 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nsfdc.nic.in  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e-Shram: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eshram.gov.in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Gemini Live API: </a:t>
            </a:r>
            <a: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ai.google.dev/gemini-api/docs/live</a:t>
            </a:r>
            <a:b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br>
              <a:rPr 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PS 26097, </a:t>
            </a:r>
            <a:r>
              <a:rPr lang="en-US" sz="1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MoSJE</a:t>
            </a:r>
            <a:r>
              <a:rPr 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 — Department of Social Justice and Empowerment.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sz="1600" b="1" dirty="0">
              <a:solidFill>
                <a:schemeClr val="tx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Silicon Alley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7538</TotalTime>
  <Words>717</Words>
  <Application>Microsoft Office PowerPoint</Application>
  <PresentationFormat>Widescreen</PresentationFormat>
  <Paragraphs>77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PM-AJAY Voice Livelihood Helpline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Parth Nikam</cp:lastModifiedBy>
  <cp:revision>152</cp:revision>
  <dcterms:created xsi:type="dcterms:W3CDTF">2013-12-12T18:46:50Z</dcterms:created>
  <dcterms:modified xsi:type="dcterms:W3CDTF">2026-09-04T06:01:10Z</dcterms:modified>
  <cp:category/>
</cp:coreProperties>
</file>